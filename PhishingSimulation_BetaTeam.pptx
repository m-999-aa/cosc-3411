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 SIMULATION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Harvesting Attack &amp; Awareness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154680"/>
            <a:ext cx="3657600" cy="274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Team</a:t>
            </a:r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COSC-3411  |  ITAP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393192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Tool: zphisher v2.3.5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Educational Use Only — COSC-3411 Course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1920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Data Breaches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20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1920240" cy="6400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784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6888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start with email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20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14400"/>
            <a:ext cx="192024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9784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$4.9B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phishing in 2023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914400"/>
            <a:ext cx="1920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914400"/>
            <a:ext cx="1920240" cy="6400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9784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3.4B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67512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daily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468880"/>
            <a:ext cx="8412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514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an attacker impersonates a trusted entity to trick victims into revealing credentials, financial data, or personal information.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Flow: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19202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977640"/>
            <a:ext cx="64008" cy="7772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977640"/>
            <a:ext cx="176479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Attacker sets 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1605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9F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14600" y="3977640"/>
            <a:ext cx="19202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14600" y="3977640"/>
            <a:ext cx="64008" cy="7772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24328" y="3977640"/>
            <a:ext cx="176479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Sends phishing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victim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41605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9F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19202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977640"/>
            <a:ext cx="64008" cy="7772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977640"/>
            <a:ext cx="176479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Victim enters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41605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9F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812280" y="3977640"/>
            <a:ext cx="19202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12280" y="3977640"/>
            <a:ext cx="64008" cy="7772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3977640"/>
            <a:ext cx="176479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Attacker captures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Team  |  COSC-3411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OVERVIEW — ZPHISHER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54864" cy="3200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89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Templates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Google, Microsoft, PayPal &amp; more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54864" cy="3200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38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Tunneling Options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21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Localhost, Cloudflared, LocalXpose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54864" cy="3200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87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Credential Capture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+ username + password saved to file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54864" cy="3200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35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Dependencies Needed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218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bash script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54864" cy="3200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84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Port Support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767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port forwarding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914400"/>
            <a:ext cx="41148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1371600"/>
            <a:ext cx="3931920" cy="2651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zphisher/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zphisher.sh        # main 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auth/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ip.txt         # victim IP 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usernames.dat  # credentials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scripts/           # page templates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Dockerfile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README.md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40740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07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0" y="440740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4407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440740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407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Cloudflared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440740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4407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Linux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Team  |  COSC-3411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— STEP 1 &amp; 2: LAUNCH &amp; SELECT TARGET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77240"/>
            <a:ext cx="40233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566160"/>
            <a:ext cx="4114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Run ./zphisher.sh — files &amp; permissions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731520"/>
            <a:ext cx="411480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777240"/>
            <a:ext cx="402336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3566160"/>
            <a:ext cx="4114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0060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Select target platform (e.g. [01] Facebook)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402336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0040" y="4023360"/>
            <a:ext cx="402336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cd zphisher &amp;&amp; ./zphisher.sh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402336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00600" y="4023360"/>
            <a:ext cx="402336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Choose target site (35+ options)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Team  |  COSC-3411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— STEP 3 &amp; 4: TUNNELING &amp; CREDENTIAL CAPTURE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77240"/>
            <a:ext cx="40233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566160"/>
            <a:ext cx="4114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Select Cloudflared — server starts on port 8080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731520"/>
            <a:ext cx="411480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777240"/>
            <a:ext cx="402336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3566160"/>
            <a:ext cx="4114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0060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Credentials captured: Account + Password + IP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4023360"/>
            <a:ext cx="4114800" cy="777240"/>
          </a:xfrm>
          <a:prstGeom prst="rect">
            <a:avLst/>
          </a:prstGeom>
          <a:solidFill>
            <a:srgbClr val="1A0000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46320" y="40416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: </a:t>
            </a:r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Password : </a:t>
            </a:r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123456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in: auth/usernames.dat  |  auth/ip.txt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4023360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4023360"/>
            <a:ext cx="4023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link sent → victim visits → credentials saved automatically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Team  |  COSC-3411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 — TECHNICAL BREAKDOWN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1: Setup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4572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selects PHP template for chosen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4572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0299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server starts on localhost:8080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688336"/>
            <a:ext cx="4572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6883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Cloudflared creates public HTTPS tunnel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346704"/>
            <a:ext cx="4572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3467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 generated and displayed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868680"/>
            <a:ext cx="27432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868680"/>
            <a:ext cx="2743200" cy="41148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868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2: Delivery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1371600"/>
            <a:ext cx="45720" cy="3200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92424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sends phishing URL to victim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029968"/>
            <a:ext cx="45720" cy="3200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20299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link — sees a login page clone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688336"/>
            <a:ext cx="45720" cy="3200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92424" y="26883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looks identical to legitimate site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346704"/>
            <a:ext cx="45720" cy="3200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33467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types their credentials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868680"/>
            <a:ext cx="27432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868680"/>
            <a:ext cx="2743200" cy="4114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868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3: Capture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72200" y="1371600"/>
            <a:ext cx="45720" cy="3200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script intercepts POST request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2029968"/>
            <a:ext cx="45720" cy="3200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0299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extracted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2688336"/>
            <a:ext cx="45720" cy="3200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26883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IP address logged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3346704"/>
            <a:ext cx="45720" cy="3200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33467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 to auth/usernames.dat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462272"/>
            <a:ext cx="8412480" cy="411480"/>
          </a:xfrm>
          <a:prstGeom prst="rect">
            <a:avLst/>
          </a:prstGeom>
          <a:solidFill>
            <a:srgbClr val="0D2B0D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zphisher &amp;&amp; ./zphisher.sh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Select site → Select tunneling → Send link → Capture credentials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Team  |  COSC-3411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— HOW TO DETECT &amp; PREVENT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Detection Indicators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500"/>
                </a:solidFill>
              </a:rPr>
              <a:t>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uses Cloudflare tunnel (trycloudflare.com)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500"/>
                </a:solidFill>
              </a:rPr>
              <a:t>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728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instead of official HTTPS domain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305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500"/>
                </a:solidFill>
              </a:rPr>
              <a:t>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305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doesn't match official brand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500"/>
                </a:solidFill>
              </a:rPr>
              <a:t>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532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requests credentials via POST to PHP 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352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500"/>
                </a:solidFill>
              </a:rPr>
              <a:t>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935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SPF/DKIM/DMARC failures on delivery email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500"/>
                </a:solidFill>
              </a:rPr>
              <a:t>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337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 with urgency language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1148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Prevention Measures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325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9F"/>
                </a:solidFill>
              </a:rPr>
              <a:t>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1325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on all accounts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728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9F"/>
                </a:solidFill>
              </a:rPr>
              <a:t>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1728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URLs before entering credentials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1305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9F"/>
                </a:solidFill>
              </a:rPr>
              <a:t>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1305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(flags fake sites)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5328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9F"/>
                </a:solidFill>
              </a:rPr>
              <a:t>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2532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users to recognize phishing attempts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9352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9F"/>
                </a:solidFill>
              </a:rPr>
              <a:t>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2935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email gateway with anti-phishing filters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337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9F"/>
                </a:solidFill>
              </a:rPr>
              <a:t>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3337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SPF/DKIM/DMARC on suspicious emails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solidFill>
            <a:srgbClr val="0D1A00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931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phishing attacks work is the first step to defending against them. The same techniques used by attackers inform the signatures used by defenders.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Team  |  COSC-3411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73152" cy="68580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9344" y="1408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9344" y="171907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phishing simulation using zphisher v2.3.5 on Kali Linux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176272"/>
            <a:ext cx="73152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176272"/>
            <a:ext cx="73152" cy="68580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17627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9344" y="2212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9344" y="25237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attack flow: setup → link generation → credential capture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980944"/>
            <a:ext cx="73152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2980944"/>
            <a:ext cx="73152" cy="68580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98094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9344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9344" y="33284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breakdown of PHP server, tunneling, and credential harvesting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785616"/>
            <a:ext cx="73152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785616"/>
            <a:ext cx="73152" cy="68580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78561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9344" y="3822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9344" y="41330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detection indicators and prevention techniques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github.com/ITAP/COSC-3411/Beta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Team  |  COSC-3411  |  For Educational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Simulation — Beta Team</dc:title>
  <dc:subject>PptxGenJS Presentation</dc:subject>
  <dc:creator>PptxGenJS</dc:creator>
  <cp:lastModifiedBy>PptxGenJS</cp:lastModifiedBy>
  <cp:revision>1</cp:revision>
  <dcterms:created xsi:type="dcterms:W3CDTF">2026-05-13T11:50:42Z</dcterms:created>
  <dcterms:modified xsi:type="dcterms:W3CDTF">2026-05-13T11:50:42Z</dcterms:modified>
</cp:coreProperties>
</file>